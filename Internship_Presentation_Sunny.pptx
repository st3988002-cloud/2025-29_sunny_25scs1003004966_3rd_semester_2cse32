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603504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5" name="Image 0" descr="/home/claude/report_work/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868680" cy="9235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5920" y="8961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U.P.  |  School of Computer Science and Engineering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487168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CGPA Calculator &amp; Login–Registration System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64008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C++ during a Virtual Internship at CodeAlpha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4343400"/>
            <a:ext cx="4937760" cy="18288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17520" y="4572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5029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017520" y="5029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25SCS1003004966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5486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017520" y="5486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3rd Semester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4572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595360" y="4572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92240" y="5029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595360" y="5029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Aug 2026 – 30 Aug 2026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5486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595360" y="5486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CodeAlpha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48640" cy="41148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1188720" cy="11887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report_work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697126"/>
            <a:ext cx="903427" cy="9034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50876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is a technology-focused organization that offers virtual internship programs to students across domains such as C++, Python, web development, Android development, data science, and cybersecurity.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920240" y="251460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mission is to help learners gain hands-on, project-based experience that bridges the gap between academic learning and real industry requirements — through independently completed tasks, reviewed and certified upon completion.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7200" y="3794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4023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report_work/icons/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" y="409468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4709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&amp; Self-Paced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4983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 independently, at the intern's own pace.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51960" y="3794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4480560" y="4023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report_work/icons/c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883" y="409468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80560" y="4709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Completion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480560" y="4983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 + Letter of Recommendation.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046720" y="3794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8275320" y="4023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report_work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643" y="409468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75320" y="4709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Tech Domains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75320" y="4983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C++, Python, Web, Android, Data Science &amp; more.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— C++ Programming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10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48640" cy="41148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console-based CGPA Calculator that computes semester GPA and overall CGPA accurately.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502920" cy="502920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50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30428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Login &amp; Registration System with secure-enough credential storage and verification.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91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145536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core C++ concepts — structures, loops, functions, vectors, and file handling — to real problems.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502920" cy="502920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32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986784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problem-solving and logical thinking through independent project development.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73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82803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exposure to a real-world, industry-style internship workflow.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— C++ Programming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0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2194560"/>
            <a:ext cx="1371600" cy="137160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4" name="Image 0" descr="/home/claude/report_work/icons/calc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2359152"/>
            <a:ext cx="1042416" cy="10424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40690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CGPA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663440" y="6400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663440" y="1170432"/>
            <a:ext cx="502920" cy="36576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141732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C++ program that calculates semester-wise GPA and the final overall CGPA, based on course grades and credit hours entered by the user — across any number of semesters and courses.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663440" y="2843784"/>
            <a:ext cx="118872" cy="11887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271576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multiple semesters and multiple courses per semester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3346704"/>
            <a:ext cx="118872" cy="11887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321868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Course struct to store name, grade, and credit hours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3849624"/>
            <a:ext cx="118872" cy="11887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372160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grade points = grade × credits, per course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4352544"/>
            <a:ext cx="118872" cy="11887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422452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semester GPA and final CGPA with formatted output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— C++ Programming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47120" y="6510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 · CGPA CALCULATOR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Structure &amp;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48640" cy="41148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08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report_work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10" y="158557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3B23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21031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number of semesters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71576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3B23C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7157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6700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semester, enter courses (name, grade, credits)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28269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3B23C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32369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semester GPA = Σ(grade×credits) / Σ(credits)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384962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3B23C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8496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14400" y="380390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totals across semesters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441655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3B23C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416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4400" y="43708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final CGPA and display formatted results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89320" y="1508760"/>
            <a:ext cx="5760720" cy="4709160"/>
          </a:xfrm>
          <a:prstGeom prst="roundRect">
            <a:avLst>
              <a:gd name="adj" fmla="val 1165"/>
            </a:avLst>
          </a:prstGeom>
          <a:solidFill>
            <a:srgbClr val="141B4D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1737360"/>
            <a:ext cx="52120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gradePoints = course.grade * course.credits;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semesterTotalCredits += course.credits;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semesterTotalGradePoints += gradePoints;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semesterGPA =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semesterTotalGradePoints /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semesterTotalCredits;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all semesters: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finalCGPA =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overallTotalGradePoints /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overallTotalCredits;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— C++ Programming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47120" y="6510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06240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823960" y="2194560"/>
            <a:ext cx="1371600" cy="137160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4" name="Image 0" descr="/home/claude/report_work/icons/user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8552" y="2359152"/>
            <a:ext cx="1042416" cy="10424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3749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72400" y="40690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6400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1170432"/>
            <a:ext cx="502920" cy="36576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1732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C++ console application that lets a new user register a username and password, and lets an existing user log in — with credentials verified against stored records using file handling.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843784"/>
            <a:ext cx="118872" cy="11887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71576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interface: Register, Login, or Exit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346704"/>
            <a:ext cx="118872" cy="11887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21868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stored persistently in users.txt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849624"/>
            <a:ext cx="118872" cy="11887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72160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Duplicate-username check during registration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352544"/>
            <a:ext cx="118872" cy="118872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22452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verification against stored records at login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— C++ Programming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47120" y="6510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 · LOGIN &amp; REGISTRATION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Structure &amp;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48640" cy="41148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08760"/>
            <a:ext cx="5760720" cy="4709160"/>
          </a:xfrm>
          <a:prstGeom prst="roundRect">
            <a:avLst>
              <a:gd name="adj" fmla="val 1165"/>
            </a:avLst>
          </a:prstGeom>
          <a:solidFill>
            <a:srgbClr val="141B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52120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registerUser() {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read username, password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reject if empty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scan users.txt for duplicate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append "username password"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loginUser() {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read username, password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scan users.txt for a match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report success / failure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46520" y="1508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report_work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3330" y="1585570"/>
            <a:ext cx="486461" cy="4864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2376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46520" y="21488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3B23C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03720" y="20574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menu: Register / Login / Exit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46520" y="280720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3B23C"/>
          </a:solidFill>
          <a:ln/>
        </p:spPr>
      </p:sp>
      <p:sp>
        <p:nvSpPr>
          <p:cNvPr id="14" name="Text 11"/>
          <p:cNvSpPr/>
          <p:nvPr/>
        </p:nvSpPr>
        <p:spPr>
          <a:xfrm>
            <a:off x="6446520" y="2807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03720" y="271576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validate input → check duplicate → append to file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46520" y="346557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3B23C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34655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903720" y="337413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read file → match username &amp; password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46520" y="412394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E3B23C"/>
          </a:solidFill>
          <a:ln/>
        </p:spPr>
      </p:sp>
      <p:sp>
        <p:nvSpPr>
          <p:cNvPr id="20" name="Text 17"/>
          <p:cNvSpPr/>
          <p:nvPr/>
        </p:nvSpPr>
        <p:spPr>
          <a:xfrm>
            <a:off x="6446520" y="4123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03720" y="403250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 to menu until user chooses Exit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— C++ Programming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47120" y="6510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48640" cy="41148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373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2194560"/>
            <a:ext cx="685800" cy="68580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7" name="Image 0" descr="/home/claude/report_wor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616" y="2276856"/>
            <a:ext cx="521208" cy="521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54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Language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0080" y="3794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both projects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9272" y="17373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41B4D"/>
          </a:solidFill>
          <a:ln/>
        </p:spPr>
      </p:sp>
      <p:sp>
        <p:nvSpPr>
          <p:cNvPr id="11" name="Shape 8"/>
          <p:cNvSpPr/>
          <p:nvPr/>
        </p:nvSpPr>
        <p:spPr>
          <a:xfrm>
            <a:off x="4279392" y="2194560"/>
            <a:ext cx="685800" cy="68580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12" name="Image 1" descr="/home/claude/report_work/icons/to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2276856"/>
            <a:ext cx="521208" cy="5212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2152" y="3154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STL Headers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02152" y="3794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&lt;vector&gt;, &lt;iomanip&gt;, &lt;fstream&gt;, &lt;string&gt;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81344" y="17373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7141464" y="2194560"/>
            <a:ext cx="685800" cy="68580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17" name="Image 2" descr="/home/claude/report_work/icons/lap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276856"/>
            <a:ext cx="521208" cy="5212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64224" y="3154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Code::Blocks / g++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364224" y="3794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&amp; IDE used for development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43416" y="17373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41B4D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03536" y="2194560"/>
            <a:ext cx="685800" cy="68580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22" name="Image 3" descr="/home/claude/report_work/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5832" y="2276856"/>
            <a:ext cx="521208" cy="5212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26296" y="3154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Testing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26296" y="3794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test cases incl. edge cases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— C++ Programming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47120" y="6510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from the Internship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48640" cy="41148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00200"/>
            <a:ext cx="1097280" cy="109728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6" name="Image 0" descr="/home/claude/report_work/icons/grad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4" y="1731874"/>
            <a:ext cx="833933" cy="83393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20240" y="1645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2240280" y="14630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strengthening of core C++: structures, vectors, functions, control flow, and file handling.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920240" y="269748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2240280" y="251460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 of modular program design — separating input, computation, and output.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920240" y="374904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2240280" y="35661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with file-based data persistence (reading/writing users.txt).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040880" y="16459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7360920" y="14630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a real internship workflow — task assignment, independent build, testing, and review.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040880" y="269748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7360920" y="251460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debugging and testing discipline through deliberate edge-case checking.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— C++ Programming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510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Completion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by CodeAlpha  ·  1 Aug 2026 – 30 Aug 2026  ·  Student ID: CA/DF1/231140</a:t>
            </a:r>
            <a:endParaRPr lang="en-US" sz="1300" dirty="0"/>
          </a:p>
        </p:txBody>
      </p:sp>
      <p:pic>
        <p:nvPicPr>
          <p:cNvPr id="4" name="Image 0" descr="/home/claude/report_work/certs/certificate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554480"/>
            <a:ext cx="685800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— C++ Programming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510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005840"/>
            <a:ext cx="1417320" cy="1417320"/>
          </a:xfrm>
          <a:prstGeom prst="ellipse">
            <a:avLst/>
          </a:prstGeom>
          <a:solidFill>
            <a:srgbClr val="E3B23C"/>
          </a:solidFill>
          <a:ln/>
        </p:spPr>
      </p:sp>
      <p:pic>
        <p:nvPicPr>
          <p:cNvPr id="5" name="Image 0" descr="/home/claude/report_wor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5038" y="1175918"/>
            <a:ext cx="1077163" cy="10771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645920" y="3337560"/>
            <a:ext cx="8869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one-month C++ internship at CodeAlpha strengthened my core programming fundamentals through two complete, working console applications. It gave me practical experience in structured problem-solving, file handling, and independent, industry-style project delivery.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94960" y="4572000"/>
            <a:ext cx="1371600" cy="18288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 ·  25SCS1003004966  ·  B.Tech CSE, 3rd Semester  ·  IILM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2026-09-05T07:54:44Z</dcterms:created>
  <dcterms:modified xsi:type="dcterms:W3CDTF">2026-09-05T07:54:44Z</dcterms:modified>
</cp:coreProperties>
</file>